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828800"/>
            <a:ext cx="393192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9F66"/>
                </a:solidFill>
                <a:latin typeface="Calibri"/>
              </a:defRPr>
            </a:pPr>
            <a:r>
              <a:t>DEEP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The Decentralized Notification Hub for Solana 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React Native  •  Anchor Smart Contracts  •  MWA 2.0  •  $SKR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9F66"/>
                </a:solidFill>
                <a:latin typeface="Calibri"/>
              </a:defRPr>
            </a:pPr>
            <a:r>
              <a:t>Solana Mobile Seeker Hackathon •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Web3 notifications are broken.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FFFFFF"/>
                </a:solidFill>
                <a:latin typeface="Calibri"/>
              </a:rPr>
              <a:t>Missed Opportunities</a:t>
            </a:r>
            <a:r>
              <a:rPr sz="1700" b="0">
                <a:solidFill>
                  <a:srgbClr val="FFFFFF"/>
                </a:solidFill>
                <a:latin typeface="Calibri"/>
              </a:rPr>
              <a:t> — Users miss NFT drops, security alerts, DeFi yield changes. No real-time mobile push in Web3.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FFFFFF"/>
                </a:solidFill>
                <a:latin typeface="Calibri"/>
              </a:rPr>
              <a:t>Fragmented Communication</a:t>
            </a:r>
            <a:r>
              <a:rPr sz="1700" b="0">
                <a:solidFill>
                  <a:srgbClr val="FFFFFF"/>
                </a:solidFill>
                <a:latin typeface="Calibri"/>
              </a:rPr>
              <a:t> — Projects rely on Twitter, Discord, Telegram. No unified native mobile channel.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FFFFFF"/>
                </a:solidFill>
                <a:latin typeface="Calibri"/>
              </a:rPr>
              <a:t>No Direct Feedback Loop</a:t>
            </a:r>
            <a:r>
              <a:rPr sz="1700" b="0">
                <a:solidFill>
                  <a:srgbClr val="FFFFFF"/>
                </a:solidFill>
                <a:latin typeface="Calibri"/>
              </a:rPr>
              <a:t> — Users can’t give meaningful feedback directly to projects. One-way communication.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FFFFFF"/>
                </a:solidFill>
                <a:latin typeface="Calibri"/>
              </a:rPr>
              <a:t>Zero Monetization for Attention</a:t>
            </a:r>
            <a:r>
              <a:rPr sz="1700" b="0">
                <a:solidFill>
                  <a:srgbClr val="FFFFFF"/>
                </a:solidFill>
                <a:latin typeface="Calibri"/>
              </a:rPr>
              <a:t> — Users give attention but earn nothing. No native ad placements.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FFFFFF"/>
                </a:solidFill>
                <a:latin typeface="Calibri"/>
              </a:rPr>
              <a:t>Talent &amp; Funding Gaps</a:t>
            </a:r>
            <a:r>
              <a:rPr sz="1700" b="0">
                <a:solidFill>
                  <a:srgbClr val="FFFFFF"/>
                </a:solidFill>
                <a:latin typeface="Calibri"/>
              </a:rPr>
              <a:t> — Hard to discover talent or coordinate community-driven initiatives on-chain.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515600" cy="7315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F66"/>
                </a:solidFill>
                <a:latin typeface="Calibri"/>
              </a:defRPr>
            </a:pPr>
            <a:r>
              <a:t>Result: Disengaged communities, missed opportunities, wasted potential.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DEEP PULSE — A fully on-chain notification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74720" cy="43891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FOR USERS (FREE)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Subscribe to hubs for free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Earn $SKR via Swipe-to-Earn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Submit feedback (300 $SKR deposit)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Vote on DAO proposals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DEEP Score v2 with tiers &amp; streaks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920240"/>
            <a:ext cx="3474720" cy="43891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FOR BRANDS (PAID)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56032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Create notification hubs (2K $SKR/mo)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Moderate content &amp; community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Analytics dashboard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Receive DAO boost funding (95/5)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Discover &amp; hire talent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20240"/>
            <a:ext cx="3474720" cy="43891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FOR ADVERTISERS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6032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Purchase rotating ad slots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Upload creatives from device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Lock screen premium ads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Duration discounts (up to 40%)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Impression &amp; click tracking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The Killer Feature — First Web3 Lock Screen Ad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303520" cy="43891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For Users</a:t>
            </a:r>
            <a:r>
              <a:rPr sz="1500" b="0">
                <a:solidFill>
                  <a:srgbClr val="CCCCCC"/>
                </a:solidFill>
                <a:latin typeface="Calibri"/>
              </a:rPr>
              <a:t>: Earn points by swiping through ads on lock screen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Swipe Right</a:t>
            </a:r>
            <a:r>
              <a:rPr sz="1500" b="0">
                <a:solidFill>
                  <a:srgbClr val="CCCCCC"/>
                </a:solidFill>
                <a:latin typeface="Calibri"/>
              </a:rPr>
              <a:t> = Skip (+0.2 pts) | </a:t>
            </a:r>
            <a:r>
              <a:rPr sz="1500" b="1">
                <a:solidFill>
                  <a:srgbClr val="CCCCCC"/>
                </a:solidFill>
                <a:latin typeface="Calibri"/>
              </a:rPr>
              <a:t>Swipe Left</a:t>
            </a:r>
            <a:r>
              <a:rPr sz="1500" b="0">
                <a:solidFill>
                  <a:srgbClr val="CCCCCC"/>
                </a:solidFill>
                <a:latin typeface="Calibri"/>
              </a:rPr>
              <a:t> = Engage (+0.5 pts)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Max 15 ads/day</a:t>
            </a:r>
            <a:r>
              <a:rPr sz="1500" b="0">
                <a:solidFill>
                  <a:srgbClr val="CCCCCC"/>
                </a:solidFill>
                <a:latin typeface="Calibri"/>
              </a:rPr>
              <a:t>, 3/hour — anti-spam protection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For Brands</a:t>
            </a:r>
            <a:r>
              <a:rPr sz="1500" b="0">
                <a:solidFill>
                  <a:srgbClr val="CCCCCC"/>
                </a:solidFill>
                <a:latin typeface="Calibri"/>
              </a:rPr>
              <a:t>: Full-screen 1080x1920 ads on users’ lock screens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Pricing</a:t>
            </a:r>
            <a:r>
              <a:rPr sz="1500" b="0">
                <a:solidFill>
                  <a:srgbClr val="CCCCCC"/>
                </a:solidFill>
                <a:latin typeface="Calibri"/>
              </a:rPr>
              <a:t>: 2,000 $SKR/week per slot (4 slots max)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Upload</a:t>
            </a:r>
            <a:r>
              <a:rPr sz="1500" b="0">
                <a:solidFill>
                  <a:srgbClr val="CCCCCC"/>
                </a:solidFill>
                <a:latin typeface="Calibri"/>
              </a:rPr>
              <a:t>: Brands pick images from gallery or paste hosted URL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Storage</a:t>
            </a:r>
            <a:r>
              <a:rPr sz="1500" b="0">
                <a:solidFill>
                  <a:srgbClr val="CCCCCC"/>
                </a:solidFill>
                <a:latin typeface="Calibri"/>
              </a:rPr>
              <a:t>: Firebase Storage CDN — production-ready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 b="1">
                <a:solidFill>
                  <a:srgbClr val="CCCCCC"/>
                </a:solidFill>
                <a:latin typeface="Calibri"/>
              </a:rPr>
              <a:t>Tech</a:t>
            </a:r>
            <a:r>
              <a:rPr sz="1500" b="0">
                <a:solidFill>
                  <a:srgbClr val="CCCCCC"/>
                </a:solidFill>
                <a:latin typeface="Calibri"/>
              </a:rPr>
              <a:t>: Native Android Kotlin service + JS bridge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4846320" cy="4389120"/>
          </a:xfrm>
          <a:prstGeom prst="roundRect">
            <a:avLst/>
          </a:prstGeom>
          <a:solidFill>
            <a:srgbClr val="15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LOCK SCREEN MOCKUP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4320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ourier New"/>
              </a:defRPr>
            </a:pPr>
            <a:r>
              <a:t>┌──────────────────────┐</a:t>
            </a:r>
            <a:br/>
            <a:r>
              <a:t>│                      │</a:t>
            </a:r>
            <a:br/>
            <a:r>
              <a:t>│   BRAND AD CREATIVE   │</a:t>
            </a:r>
            <a:br/>
            <a:r>
              <a:t>│   1080 x 1920 px      │</a:t>
            </a:r>
            <a:br/>
            <a:r>
              <a:t>│   Full Screen          │</a:t>
            </a:r>
            <a:br/>
            <a:r>
              <a:t>│                      │</a:t>
            </a:r>
            <a:br/>
            <a:r>
              <a:t>│  ◀ Engage    Skip ▶  │</a:t>
            </a:r>
            <a:br/>
            <a:r>
              <a:t>│   +0.5 pts   +0.2 pts │</a:t>
            </a:r>
            <a:br/>
            <a:r>
              <a:t>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DEEP SCORE v2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Anti-Farming Engagement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92608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SCORING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DAO Boost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+50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877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Hub Creation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587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+40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95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Talent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8895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+25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912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Send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1912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930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Proposal Vote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4930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+8 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Subscribe to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794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+5 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965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Read / Swipe Engage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096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+0.5 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98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Click Ad / Swipe Skip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3982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+0.2 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1828800"/>
            <a:ext cx="4846320" cy="292608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ANTI-FARMING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2860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9F66"/>
                </a:solidFill>
                <a:latin typeface="Calibri"/>
              </a:rPr>
              <a:t>▸ </a:t>
            </a:r>
            <a:r>
              <a:rPr sz="1300" b="1">
                <a:solidFill>
                  <a:srgbClr val="CCCCCC"/>
                </a:solidFill>
                <a:latin typeface="Calibri"/>
              </a:rPr>
              <a:t>Diminishing Returns</a:t>
            </a:r>
            <a:r>
              <a:rPr sz="1300" b="0">
                <a:solidFill>
                  <a:srgbClr val="CCCCCC"/>
                </a:solidFill>
                <a:latin typeface="Calibri"/>
              </a:rPr>
              <a:t>: -10% to -25% after threshold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9F66"/>
                </a:solidFill>
                <a:latin typeface="Calibri"/>
              </a:rPr>
              <a:t>▸ </a:t>
            </a:r>
            <a:r>
              <a:rPr sz="1300" b="1">
                <a:solidFill>
                  <a:srgbClr val="CCCCCC"/>
                </a:solidFill>
                <a:latin typeface="Calibri"/>
              </a:rPr>
              <a:t>Daily Caps</a:t>
            </a:r>
            <a:r>
              <a:rPr sz="1300" b="0">
                <a:solidFill>
                  <a:srgbClr val="CCCCCC"/>
                </a:solidFill>
                <a:latin typeface="Calibri"/>
              </a:rPr>
              <a:t>: 3 pts/day lockscreen, 15 pts/day subscribe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9F66"/>
                </a:solidFill>
                <a:latin typeface="Calibri"/>
              </a:rPr>
              <a:t>▸ </a:t>
            </a:r>
            <a:r>
              <a:rPr sz="1300" b="1">
                <a:solidFill>
                  <a:srgbClr val="CCCCCC"/>
                </a:solidFill>
                <a:latin typeface="Calibri"/>
              </a:rPr>
              <a:t>Streak Bonus</a:t>
            </a:r>
            <a:r>
              <a:rPr sz="1300" b="0">
                <a:solidFill>
                  <a:srgbClr val="CCCCCC"/>
                </a:solidFill>
                <a:latin typeface="Calibri"/>
              </a:rPr>
              <a:t>: 30+ days = x1.4 multiplier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9F66"/>
                </a:solidFill>
                <a:latin typeface="Calibri"/>
              </a:rPr>
              <a:t>▸ </a:t>
            </a:r>
            <a:r>
              <a:rPr sz="1300" b="1">
                <a:solidFill>
                  <a:srgbClr val="CCCCCC"/>
                </a:solidFill>
                <a:latin typeface="Calibri"/>
              </a:rPr>
              <a:t>Time Decay</a:t>
            </a:r>
            <a:r>
              <a:rPr sz="1300" b="0">
                <a:solidFill>
                  <a:srgbClr val="CCCCCC"/>
                </a:solidFill>
                <a:latin typeface="Calibri"/>
              </a:rPr>
              <a:t>: Inactive &gt;90 days = x0.3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9F66"/>
                </a:solidFill>
                <a:latin typeface="Calibri"/>
              </a:rPr>
              <a:t>▸ </a:t>
            </a:r>
            <a:r>
              <a:rPr sz="1300" b="1">
                <a:solidFill>
                  <a:srgbClr val="CCCCCC"/>
                </a:solidFill>
                <a:latin typeface="Calibri"/>
              </a:rPr>
              <a:t>Diversity</a:t>
            </a:r>
            <a:r>
              <a:rPr sz="1300" b="0">
                <a:solidFill>
                  <a:srgbClr val="CCCCCC"/>
                </a:solidFill>
                <a:latin typeface="Calibri"/>
              </a:rPr>
              <a:t>: 5+ action types = x1.2 bonus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  <a:latin typeface="Calibri"/>
              </a:defRPr>
            </a:pPr>
            <a:r>
              <a:t>5 TIERS (0 — 10,000 scale)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Bronze (0-299)  →  Silver (300-999)  →  Gold (1,000-2,499)  →  Diamond (2,500-4,999)  →  Legend (5,000+)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$SKR TOKEN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2004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Existing Solana SPL Token — No new token creation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6400800" cy="36576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ALL PRICING IN $SKR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Hub Creation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77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2,000 $SKR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377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/month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2491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Top Ad Slot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7249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1,500 $SKR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7249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/week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7238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Bottom Ad Slot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723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800 $SKR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0723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/week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198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Lock Screen 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4198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2,000 $SKR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4198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/week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User Feedback Deposit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67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300 $SKR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767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refundable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Talent Submission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50 $SKR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refundable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62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DAO Proposal Deposit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4622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100 $SKR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4622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refundable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8097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Global Notification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8097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1,000 $SKR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48097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per blast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79" y="1828800"/>
            <a:ext cx="3931920" cy="36576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  <a:latin typeface="Calibri"/>
              </a:defRPr>
            </a:pPr>
            <a:r>
              <a:t>PROJECTED (50 ACTIVE HUBS)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237744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CAF50"/>
                </a:solidFill>
                <a:latin typeface="Calibri"/>
              </a:rPr>
              <a:t>▸ </a:t>
            </a:r>
            <a:r>
              <a:rPr sz="1300">
                <a:solidFill>
                  <a:srgbClr val="CCCCCC"/>
                </a:solidFill>
                <a:latin typeface="Calibri"/>
              </a:rPr>
              <a:t>Hub subs: 100,000 $SKR/mo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CAF50"/>
                </a:solidFill>
                <a:latin typeface="Calibri"/>
              </a:rPr>
              <a:t>▸ </a:t>
            </a:r>
            <a:r>
              <a:rPr sz="1300">
                <a:solidFill>
                  <a:srgbClr val="CCCCCC"/>
                </a:solidFill>
                <a:latin typeface="Calibri"/>
              </a:rPr>
              <a:t>Top ads: 120,000 $SKR/mo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CAF50"/>
                </a:solidFill>
                <a:latin typeface="Calibri"/>
              </a:rPr>
              <a:t>▸ </a:t>
            </a:r>
            <a:r>
              <a:rPr sz="1300">
                <a:solidFill>
                  <a:srgbClr val="CCCCCC"/>
                </a:solidFill>
                <a:latin typeface="Calibri"/>
              </a:rPr>
              <a:t>Bottom ads: 48,000 $SKR/mo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CAF50"/>
                </a:solidFill>
                <a:latin typeface="Calibri"/>
              </a:rPr>
              <a:t>▸ </a:t>
            </a:r>
            <a:r>
              <a:rPr sz="1300">
                <a:solidFill>
                  <a:srgbClr val="CCCCCC"/>
                </a:solidFill>
                <a:latin typeface="Calibri"/>
              </a:rPr>
              <a:t>Lock screen: 32,000 $SKR/mo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CAF50"/>
                </a:solidFill>
                <a:latin typeface="Calibri"/>
              </a:rPr>
              <a:t>▸ </a:t>
            </a:r>
            <a:r>
              <a:rPr sz="1300">
                <a:solidFill>
                  <a:srgbClr val="CCCCCC"/>
                </a:solidFill>
                <a:latin typeface="Calibri"/>
              </a:rPr>
              <a:t>Feedback: 60,000 $SKR/mo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CAF50"/>
                </a:solidFill>
                <a:latin typeface="Calibri"/>
              </a:rPr>
              <a:t>▸ </a:t>
            </a:r>
            <a:r>
              <a:rPr sz="1300">
                <a:solidFill>
                  <a:srgbClr val="CCCCCC"/>
                </a:solidFill>
                <a:latin typeface="Calibri"/>
              </a:rPr>
              <a:t>Talent: 5,000 $SKR/mo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F66"/>
                </a:solidFill>
                <a:latin typeface="Calibri"/>
              </a:defRPr>
            </a:pPr>
            <a:r>
              <a:t>~365,000 $SKR/month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760720"/>
            <a:ext cx="10698480" cy="7315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  <a:latin typeface="Calibri"/>
              </a:defRPr>
            </a:pPr>
            <a:r>
              <a:t>$SKR Mint: SKRbvo6Gf7GondiT3BbTfuRDPqLWei4j2Qy2NPGZhW3  |  6 decimals  |  Existing Seeker Token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Built on Solana — Production Ready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303520" cy="41148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REACT NATIVE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17 screens — all functional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MWA 2.0 (Phantom / Solflare)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NativeWind (Tailwind CSS)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Zustand + AsyncStorage persistence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Firebase Cloud Messaging (push)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Firebase Storage (ad uploads)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react-native-image-picker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Native Android LockScreen module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DEEP Score v2 algorithm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20240"/>
            <a:ext cx="5029200" cy="41148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ANCHOR PROGRAM (SOLANA)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24 instructions (single program)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8 account types (PDAs)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19 on-chain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30 custom error codes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SPL Token integration ($SKR)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Escrow-based deposits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DAO vault with 95/5 split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Ad slot with duration discounts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User score on-chain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6217920"/>
            <a:ext cx="10698480" cy="4572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  <a:latin typeface="Calibri"/>
              </a:defRPr>
            </a:pPr>
            <a:r>
              <a:t>Program ID: 33vWX6efKQSZ98dk3bnbHUjEYhB7LyvbH4ndpKjC6iY4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AD SLOTS &amp; CREATIVE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TOP BANNER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  <a:latin typeface="Calibri"/>
              </a:defRPr>
            </a:pPr>
            <a:r>
              <a:t>1,500 $SKR/week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390x120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8 slots, 15s rotation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463040"/>
            <a:ext cx="3474720" cy="201168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BOTTOM BANNER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  <a:latin typeface="Calibri"/>
              </a:defRPr>
            </a:pPr>
            <a:r>
              <a:t>800 $SKR/week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390x100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8 slots, 15s rotation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63040"/>
            <a:ext cx="3474720" cy="201168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LOCK SCREEN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  <a:latin typeface="Calibri"/>
              </a:defRPr>
            </a:pPr>
            <a:r>
              <a:t>2,000 $SKR/week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1080x1920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51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4 slots, full 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49039"/>
            <a:ext cx="10698480" cy="256032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BRAND UPLOAD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1. Brand selects image from device gallery (react-native-image-picker) OR pastes hosted URL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2. Image validated: format (PNG/JPG/GIF/WebP), size (2-5 MB max), dimensions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3. Uploaded to Firebase Storage CDN — progress bar shown in real-time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4. Download URL stored on-chain in ad slot PDA via Anchor instruction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5. Submitted for admin review — ad goes live once approved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9F66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6. Volume discounts: 4 weeks = 10% off → 52 weeks = 40% off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Complete Platform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Analytics</a:t>
            </a:r>
            <a:r>
              <a:rPr sz="1700" b="0">
                <a:solidFill>
                  <a:srgbClr val="CCCCCC"/>
                </a:solidFill>
                <a:latin typeface="Calibri"/>
              </a:rPr>
              <a:t>: 3 periods (7d/30d/90d), 3 tabs (Global/Users/Brands)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Ad Moderation</a:t>
            </a:r>
            <a:r>
              <a:rPr sz="1700" b="0">
                <a:solidFill>
                  <a:srgbClr val="CCCCCC"/>
                </a:solidFill>
                <a:latin typeface="Calibri"/>
              </a:rPr>
              <a:t>: Review queue for all ad types. Approve, Reject, or Flag as Spam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Pricing Management</a:t>
            </a:r>
            <a:r>
              <a:rPr sz="1700" b="0">
                <a:solidFill>
                  <a:srgbClr val="CCCCCC"/>
                </a:solidFill>
                <a:latin typeface="Calibri"/>
              </a:rPr>
              <a:t>: Live editing of all 8 price points from the app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Hub Management</a:t>
            </a:r>
            <a:r>
              <a:rPr sz="1700" b="0">
                <a:solidFill>
                  <a:srgbClr val="CCCCCC"/>
                </a:solidFill>
                <a:latin typeface="Calibri"/>
              </a:rPr>
              <a:t>: Approve/suspend hubs, monitor pending requests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Custom Brand Deals</a:t>
            </a:r>
            <a:r>
              <a:rPr sz="1700" b="0">
                <a:solidFill>
                  <a:srgbClr val="CCCCCC"/>
                </a:solidFill>
                <a:latin typeface="Calibri"/>
              </a:rPr>
              <a:t>: Special pricing for strategic partners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Global Notifications</a:t>
            </a:r>
            <a:r>
              <a:rPr sz="1700" b="0">
                <a:solidFill>
                  <a:srgbClr val="CCCCCC"/>
                </a:solidFill>
                <a:latin typeface="Calibri"/>
              </a:rPr>
              <a:t>: Broadcast to ALL users (1,000 $SKR)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9F66"/>
                </a:solidFill>
                <a:latin typeface="Calibri"/>
              </a:rPr>
              <a:t>▸ </a:t>
            </a:r>
            <a:r>
              <a:rPr sz="1700" b="1">
                <a:solidFill>
                  <a:srgbClr val="CCCCCC"/>
                </a:solidFill>
                <a:latin typeface="Calibri"/>
              </a:rPr>
              <a:t>Admin-Brand Messages</a:t>
            </a:r>
            <a:r>
              <a:rPr sz="1700" b="0">
                <a:solidFill>
                  <a:srgbClr val="CCCCCC"/>
                </a:solidFill>
                <a:latin typeface="Calibri"/>
              </a:rPr>
              <a:t>: Direct communication channel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17 FUNCTIONAL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2004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45720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1. Onboarding (MWA 2.0 wallet connect)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2. Home (feed + rotating ad banners)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3. Discover (browse &amp; subscribe hubs)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4. My Hubs (synced via Zustand)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5. Notifications (push notification list)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6. Notification Detail (feedback)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7. Profile (DEEP Score + tier badge)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8. Hub Dashboard (brand management)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9. Brand Moderation (approve/reject)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45720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10. Brand Boost (DAO proposals)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11. DAO Boost (community vault)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12. Talent (marketplace)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13. Ad Slots (purchase + upload)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14. Admin Panel (platform admin)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15. Admin Messages (admin ↔ brand)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16. Hub Notifications (hub feed)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17. Swipe-to-Earn (lock screen)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6217920"/>
            <a:ext cx="10698480" cy="4572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Debug APK: 132 MB (mocks)  |  Release APK: 54 MB (mainnet-ready)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2004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5720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DEEP PULSE vs. EXISTING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AAAAA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66"/>
                </a:solidFill>
                <a:latin typeface="Calibri"/>
              </a:defRPr>
            </a:pPr>
            <a:r>
              <a:t>DEEP 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AAAAA"/>
                </a:solidFill>
                <a:latin typeface="Calibri"/>
              </a:defRPr>
            </a:pPr>
            <a:r>
              <a:t>Push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AAAAA"/>
                </a:solidFill>
                <a:latin typeface="Calibri"/>
              </a:defRPr>
            </a:pPr>
            <a:r>
              <a:t>Dialect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AAAAA"/>
                </a:solidFill>
                <a:latin typeface="Calibri"/>
              </a:defRPr>
            </a:pPr>
            <a:r>
              <a:t>WalletConnect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Solana Mobile 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On-chain subscriptions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Lock screen 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2369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6210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$SKR token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6210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6210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  <a:latin typeface="Calibri"/>
              </a:defRPr>
            </a:pPr>
            <a:r>
              <a:t>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6210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6210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005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Anti-farming scoring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005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005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005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4005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Brand ad marketplace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4773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Image upload for ads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4773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0" y="4773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4773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7731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1572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DAO boost vaults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51572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51572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1572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51572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4336"/>
                </a:solidFill>
                <a:latin typeface="Calibri"/>
              </a:defRPr>
            </a:pPr>
            <a:r>
              <a:t>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600200"/>
            <a:ext cx="274320" cy="274320"/>
          </a:xfrm>
          <a:prstGeom prst="ellipse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463040"/>
            <a:ext cx="10058400" cy="8229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508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Q1 2026 (NOW)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Hackathon submission • 24 instructions • 17 screens • MWA 2.0 • Swipe-to-Earn • DEEP Score v2 • Firebase push + storage • Ad uploads • Privacy Policy • APKs built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606040"/>
            <a:ext cx="274320" cy="27432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2468880"/>
            <a:ext cx="10058400" cy="8229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Q2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Solana dApp Store deployment • 10 launch partner hubs • 1,000 beta users • Activate ad marketplace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611880"/>
            <a:ext cx="274320" cy="27432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3474720"/>
            <a:ext cx="10058400" cy="8229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Q3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50+ brand hubs • 10,000+ active users • Premium lockscreen features • Referral program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617720"/>
            <a:ext cx="274320" cy="27432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71600" y="4480560"/>
            <a:ext cx="10058400" cy="8229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46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100+ brand hubs • 25,000+ users • Break-even • DAO governance • Polls &amp; events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5623560"/>
            <a:ext cx="274320" cy="27432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371600" y="5486400"/>
            <a:ext cx="10058400" cy="8229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852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250+ hubs • 100,000+ users • Web dashboard • Developer API • Multi-chain exploration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THE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41148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SOLO DEVELOPER / 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Background in digital advertising &amp; branding (DEEP Branding)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Experience: DOOH, programmatic advertising, retail analytics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Bringing real-world ad tech expertise to Web3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Full-stack: React Native, Rust/Anchor, Solana, Firebase, Kotlin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TECH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24 smart contract instructions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17 mobile screens (all functional)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8 on-chain account types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30 custom error codes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19 on-chain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7 services (program, wallet, tx, notification, lockscreen, storage, moderation)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Privacy Policy compliant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CAF50"/>
                </a:solidFill>
                <a:latin typeface="Calibri"/>
              </a:rPr>
              <a:t>▸ </a:t>
            </a:r>
            <a:r>
              <a:rPr sz="1400">
                <a:solidFill>
                  <a:srgbClr val="CCCCCC"/>
                </a:solidFill>
                <a:latin typeface="Calibri"/>
              </a:rPr>
              <a:t>Debug + Release APKs built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1371600"/>
            <a:ext cx="3931920" cy="508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9F66"/>
                </a:solidFill>
                <a:latin typeface="Calibri"/>
              </a:defRPr>
            </a:pPr>
            <a:r>
              <a:t>DEEP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Built on Solana Mobile. Powered by $SKR. Ready for Mainnet.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675120" cy="228600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37490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  <a:latin typeface="Calibri"/>
              </a:defRPr>
            </a:pPr>
            <a:r>
              <a:t>WHAT WE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42062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Mainnet SOL for program deployment (~4.37 SOL rent)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dApp Store listing approval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Beta testers on Solana Seeker devices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9F66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Brand partnerships for launch hubs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Calibri"/>
              </a:defRPr>
            </a:pPr>
            <a:r>
              <a:t>Program ID: 33vWX6efKQSZ98dk3bnbHUjEYhB7LyvbH4ndpKjC6iY4  |  $SKR: SKRbvo6Gf7GondiT3BbTfuRDPqLWei4j2Qy2NPGZhW3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