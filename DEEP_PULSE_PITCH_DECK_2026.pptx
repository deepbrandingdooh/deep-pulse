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3192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28016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9F66"/>
                </a:solidFill>
                <a:latin typeface="Calibri Light"/>
              </a:defRPr>
            </a:pPr>
            <a:r>
              <a:t>DEEP 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0116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DDDEE"/>
                </a:solidFill>
                <a:latin typeface="Calibri"/>
              </a:defRPr>
            </a:pPr>
            <a:r>
              <a:t>The Decentralized Notification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47472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BB"/>
                </a:solidFill>
                <a:latin typeface="Calibri"/>
              </a:defRPr>
            </a:pPr>
            <a:r>
              <a:t>Real-time push notifications, ad marketplace,</a:t>
            </a:r>
            <a:br/>
            <a:r>
              <a:t>and Swipe-to-Earn rewards for Solana Mobile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Target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Solana Seeker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Native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$SKR Token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Smart Contracts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Anchor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Mobile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React Native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Solana Mobile users are drowning</a:t>
            </a:r>
            <a:br/>
            <a:r>
              <a:t>in fragmented information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58568"/>
            <a:ext cx="54864" cy="54864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Fragmented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DeFi, NFT, Gaming, DAO updates scattered across Twitter, Discord, Telegram — no single hub for Solana Mobile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10128"/>
            <a:ext cx="54864" cy="54864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Direct Brand-to-User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Projects have no way to push real-time notifications to users' phones on Solana Mobile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361688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Zero Attention Monetization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Users spend hours consuming content but earn nothing — all value captured by centralized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413248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49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Sybil &amp; Farming Attacks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715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Existing reward systems are easily gamed with fake accounts and bot activity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app. All Solana notifications.</a:t>
            </a:r>
            <a:br/>
            <a:r>
              <a:t>Users earn. Brands reach.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Unified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Subscribe to 50+ notification hubs — DeFi, NFTs, Gaming, DAOs — all in one app with real-time push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2860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Ad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Brands purchase ad slots with $SKR tokens, upload creatives from phone, get reviewed by admins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8" y="22860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8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798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Users opt-in to see sponsored content on their Android lock screen and earn DEEP Score points with every swipe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DEEP Score v2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Anti-farming gamification: diminishing returns, daily caps, streak bonuses, diversity multipliers — 5 tiers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41148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59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DAO Boost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Community-funded vaults where users collectively sponsor brands — 95/5 split, auto-refund if unfunded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User Journey — 4 Steps to Earn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86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7A44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Connect Solana wallet</a:t>
            </a:r>
            <a:br/>
            <a:r>
              <a:t>via MWA 2.0</a:t>
            </a:r>
            <a:br/>
            <a:r>
              <a:t>(Phantom / Solflare)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286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7A44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SUBSCRIBE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Browse &amp; subscribe</a:t>
            </a:r>
            <a:br/>
            <a:r>
              <a:t>to notification hubs</a:t>
            </a:r>
            <a:br/>
            <a:r>
              <a:t>(on-chain PDAs)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86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7A44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ENGAGE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Receive push notifs</a:t>
            </a:r>
            <a:br/>
            <a:r>
              <a:t>+ swipe lock screen ads</a:t>
            </a:r>
            <a:br/>
            <a:r>
              <a:t>(opt-in, max 15/day)</a:t>
            </a:r>
          </a:p>
        </p:txBody>
      </p:sp>
      <p:sp>
        <p:nvSpPr>
          <p:cNvPr id="23" name="Oval 22"/>
          <p:cNvSpPr/>
          <p:nvPr/>
        </p:nvSpPr>
        <p:spPr>
          <a:xfrm>
            <a:off x="1014984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Accumulate DEEP Score points</a:t>
            </a:r>
            <a:br/>
            <a:r>
              <a:t>+ climb DEEP Score tiers</a:t>
            </a:r>
            <a:br/>
            <a:r>
              <a:t>(Bronze to Legend)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DEEP SCORE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Anti-Farming Gamification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Diminishing Returns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Each repeated action yields fewer points — prevents bot grinding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Daily 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Max 15 lock screen swipes/day, 200 points cap — fair distribution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0332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Streak Bonuses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+5% per consecutive day, up to +15% at 7+ 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Diversity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Bonus for varied actions (subscribe + swipe + feedback + boost)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44068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Cooldown Periods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Min time between swipes — stops rapid automated interaction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TIER SYSTEM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37744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2377440"/>
            <a:ext cx="73152" cy="640080"/>
          </a:xfrm>
          <a:prstGeom prst="rect">
            <a:avLst/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7F32"/>
                </a:solidFill>
                <a:latin typeface="Calibri"/>
              </a:defRPr>
            </a:pPr>
            <a:r>
              <a:t>Bronze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0 - 299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320040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3200400"/>
            <a:ext cx="73152" cy="64008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C0C0"/>
                </a:solidFill>
                <a:latin typeface="Calibri"/>
              </a:defRPr>
            </a:pPr>
            <a:r>
              <a:t>Silver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337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300 - 999 pts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02336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4023360"/>
            <a:ext cx="73152" cy="64008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Gold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160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1,000 - 2,499 pts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84632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4846320"/>
            <a:ext cx="73152" cy="640080"/>
          </a:xfrm>
          <a:prstGeom prst="rect">
            <a:avLst/>
          </a:prstGeom>
          <a:solidFill>
            <a:srgbClr val="E5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4937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E4E2"/>
                </a:solidFill>
                <a:latin typeface="Calibri"/>
              </a:defRPr>
            </a:pPr>
            <a:r>
              <a:t>Diamond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983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2,500 - 4,999 pts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566928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5669280"/>
            <a:ext cx="73152" cy="640080"/>
          </a:xfrm>
          <a:prstGeom prst="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5760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500"/>
                </a:solidFill>
                <a:latin typeface="Calibri"/>
              </a:defRPr>
            </a:pPr>
            <a:r>
              <a:t>Legend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5806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5,000 - 10,000 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Lock Screen = Your Reward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1148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Opt-in via Profile &gt; Swipe-to-Earn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Sponsored content on Android lock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Swipe RIGHT = Skip (+0.2 pts)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Swipe LEFT = Engage (+0.5 pts)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Points added to DEEP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011680"/>
            <a:ext cx="3566160" cy="41148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Limits &amp; Fairness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Max 15 contents per 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37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Max 3 per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Cooldown between swipes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Diminishing returns after 10/day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46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Can disable anytime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011680"/>
            <a:ext cx="3566160" cy="41148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Revenue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Brands pay $SKR for lock screen slots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337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Premium placement = higher 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8404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1080x1920 full-screen creatives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Admin approval required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46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Users earn DEEP Score points per swipe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AD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Brands Buy Slots. Upload Creatives.</a:t>
            </a:r>
            <a:br/>
            <a:r>
              <a:t>Reach Engaged Solana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35661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66"/>
                </a:solidFill>
                <a:latin typeface="Calibri"/>
              </a:defRPr>
            </a:pPr>
            <a:r>
              <a:t>TOP BANNER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Size: 320 x 100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Display: 15s rotation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Placement: Home feed — above notifications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Price: 1,500 $SKR / 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Upload from phone gallery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5661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66"/>
                </a:solidFill>
                <a:latin typeface="Calibri"/>
              </a:defRPr>
            </a:pPr>
            <a:r>
              <a:t>BOTTOM BANNER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918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Size: 320 x 100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490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Display: 15s rotation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Placement: Home feed — below 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663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Price: 800 $SKR /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212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Upload from phone gallery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377440"/>
            <a:ext cx="35661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0D12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651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66"/>
                </a:solidFill>
                <a:latin typeface="Calibri"/>
              </a:defRPr>
            </a:pPr>
            <a:r>
              <a:t>LOCK SCREEN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Size: 1080 x 1920 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490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Display: Full 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Placement: Android lock screen — Swipe-to-Earn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663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Price: 2,000 $SKR /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212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Upload from phone gallery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All creatives uploaded to Firebase Storage and reviewed by admin before going 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TECH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Full-Stack Solana Mobile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3891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MOBILE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3017520" cy="254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React Native + NativeWind (Tailwind)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Zustand state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Mobile Wallet Adapter 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Android Native Lock Screen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Cloud Messaging (Push)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12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Storage (Ad uploads)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011680"/>
            <a:ext cx="3566160" cy="4389120"/>
          </a:xfrm>
          <a:prstGeom prst="roundRect">
            <a:avLst/>
          </a:prstGeom>
          <a:solidFill>
            <a:srgbClr val="181828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BLOCKCHAIN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651760"/>
            <a:ext cx="3017520" cy="254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Solana Anchor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23 smart contract instructions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840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PDA-based data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$SKR SPL Token (mainnet)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754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Program ID: 33vWX6...C6iY4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212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Devnet deployed, mainnet ready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011680"/>
            <a:ext cx="3566160" cy="4389120"/>
          </a:xfrm>
          <a:prstGeom prst="roundRect">
            <a:avLst/>
          </a:prstGeom>
          <a:solidFill>
            <a:srgbClr val="151522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651760"/>
            <a:ext cx="3017520" cy="254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926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Cloud Functions (Backend)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Storage (ad creatives)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840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Firestore DB + Storage + FCM Push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297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10 Cloud Functions 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754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Hosting (deep-pulse.web.app)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212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Security-audited smart contract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23 On-Chain Instructions — Fully Auditable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initialize_platform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transfer_admin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update_platform_config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HUBS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create_hub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renew_hub_subscription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set_hub_verified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SUBSCRIPTIONS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subscribe_to_hub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unsubscribe_from_hub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set_hub_active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create_deposit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approve_feedback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approve_talent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AD SLOTS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purchase_ad_slot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reject_deposit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86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update_ad_slot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expire_ad_slot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DAO BOOST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create_boost_vault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contribute_boost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486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complete_vault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806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cancel_vault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VAULTS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expire_vault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claim_vault_refund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init_user_score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approve_dao_proposal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5486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withdraw_treasury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$SKR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Token Economics &amp; Revenue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029200" cy="18288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$SKR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Calibri"/>
              </a:defRPr>
            </a:pPr>
            <a:r>
              <a:t>SPL Token on Solana Mainnet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Mint: SKRbvo6Gf7GondiT3BbTfuRDPqLWei4j2Qy2NPGZhW3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Ad Slot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Brands pay $SKR to buy banner + lock screen placements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9204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DAO Boost Contributions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Users stake $SKR into community vaults — 5% fee to treasury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53212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Feedback Deposits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760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300 $SKR deposit to submit feedback — prevents spam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17220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126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Platform Fees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400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Configurable fee on all marketplace transactions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REVENUE SPLIT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25603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560320"/>
            <a:ext cx="73152" cy="7315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6974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F66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Brand Revenue (DAO Boost)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4747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0" y="3474720"/>
            <a:ext cx="73152" cy="731520"/>
          </a:xfrm>
          <a:prstGeom prst="rect">
            <a:avLst/>
          </a:prstGeom>
          <a:solidFill>
            <a:srgbClr val="4EC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3611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EC9B0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Platform Treasury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43891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4389120"/>
            <a:ext cx="73152" cy="731520"/>
          </a:xfrm>
          <a:prstGeom prst="rect">
            <a:avLst/>
          </a:prstGeom>
          <a:solidFill>
            <a:srgbClr val="87C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45262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7CEFA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572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Ad Slot Revenue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53035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0" y="5303520"/>
            <a:ext cx="73152" cy="731520"/>
          </a:xfrm>
          <a:prstGeom prst="rect">
            <a:avLst/>
          </a:prstGeom>
          <a:solidFill>
            <a:srgbClr val="AAA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4406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AAAABB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Feedback Deposits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Solana Mobile Ecosystem Is Exploding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2.5M+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Solana Mobile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6B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Notification Solutions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4E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EC9B0"/>
                </a:solidFill>
                <a:latin typeface="Calibri"/>
              </a:defRPr>
            </a:pPr>
            <a:r>
              <a:t>$225B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Mobile Ad Market (2025)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87C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7CEFA"/>
                </a:solidFill>
                <a:latin typeface="Calibri"/>
              </a:defRPr>
            </a:pPr>
            <a:r>
              <a:t>140M+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Active Solana Wallets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Solana Seeker launching 2026 — next-gen crypto phone, millions of pre-orders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091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No dedicated notification infrastructure exists for Solana Mobile dApps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Mobile advertising shifting to Web3 — users demand ownership of attention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6235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Solana TPS + low fees make micro-reward systems (Swipe-to-Earn) economically viable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0807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First-Mover in Solana Mobile Notifications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1247120" cy="548640"/>
          </a:xfrm>
          <a:prstGeom prst="roundRect">
            <a:avLst/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66"/>
                </a:solidFill>
                <a:latin typeface="Calibri"/>
              </a:defRPr>
            </a:pPr>
            <a:r>
              <a:t>DEEP PULSE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B65EA"/>
                </a:solidFill>
                <a:latin typeface="Calibri"/>
              </a:defRPr>
            </a:pPr>
            <a:r>
              <a:t>Discord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4A1DE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48EC"/>
                </a:solidFill>
                <a:latin typeface="Calibri"/>
              </a:defRPr>
            </a:pPr>
            <a:r>
              <a:t>Push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Solana Mobile 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004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Lock Screen 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576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On-Chain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617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Token Rewards ($SKR)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0292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74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Anti-Farming (DEEP Score)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4864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Ad Creative Upload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9436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DAO Community Boost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Hackathon to Mainnet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10698480" cy="381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286000"/>
            <a:ext cx="228600" cy="2286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  <a:latin typeface="Calibri"/>
              </a:defRPr>
            </a:pPr>
            <a:r>
              <a:t>Q1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34640"/>
            <a:ext cx="26517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017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0D12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19 screens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23 smart contract 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10 Cloud Functions deployed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Swipe-to-Earn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DEEP Score v2
Discord → Hub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Firebase Hosting LIVE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2286000"/>
            <a:ext cx="228600" cy="228600"/>
          </a:xfrm>
          <a:prstGeom prst="ellipse">
            <a:avLst/>
          </a:prstGeom>
          <a:solidFill>
            <a:srgbClr val="4EC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Calibri"/>
              </a:defRPr>
            </a:pPr>
            <a:r>
              <a:t>Q2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834640"/>
            <a:ext cx="2651760" cy="34747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Calibri"/>
              </a:defRPr>
            </a:pPr>
            <a:r>
              <a:t>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017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0D12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Smart contract mainnet deploy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dApp Store submission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Beta with 500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5 launch partner hubs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Full admin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Analytics API already LIVE</a:t>
            </a:r>
          </a:p>
        </p:txBody>
      </p:sp>
      <p:sp>
        <p:nvSpPr>
          <p:cNvPr id="28" name="Oval 27"/>
          <p:cNvSpPr/>
          <p:nvPr/>
        </p:nvSpPr>
        <p:spPr>
          <a:xfrm>
            <a:off x="7406640" y="2286000"/>
            <a:ext cx="228600" cy="228600"/>
          </a:xfrm>
          <a:prstGeom prst="ellipse">
            <a:avLst/>
          </a:prstGeom>
          <a:solidFill>
            <a:srgbClr val="87C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7CEFA"/>
                </a:solidFill>
                <a:latin typeface="Calibri"/>
              </a:defRPr>
            </a:pPr>
            <a:r>
              <a:t>Q3 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834640"/>
            <a:ext cx="2651760" cy="34747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7CEFA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50+ notification hubs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10,000+ active users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Brand self-serve portal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Cross-chain notifications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Advanced 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Revenue optimization</a:t>
            </a:r>
          </a:p>
        </p:txBody>
      </p:sp>
      <p:sp>
        <p:nvSpPr>
          <p:cNvPr id="38" name="Oval 37"/>
          <p:cNvSpPr/>
          <p:nvPr/>
        </p:nvSpPr>
        <p:spPr>
          <a:xfrm>
            <a:off x="10332720" y="2286000"/>
            <a:ext cx="228600" cy="228600"/>
          </a:xfrm>
          <a:prstGeom prst="ellipse">
            <a:avLst/>
          </a:prstGeom>
          <a:solidFill>
            <a:srgbClr val="D54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544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548EC"/>
                </a:solidFill>
                <a:latin typeface="Calibri"/>
              </a:defRPr>
            </a:pPr>
            <a:r>
              <a:t>Q4 2026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2834640"/>
            <a:ext cx="2651760" cy="34747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48EC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100K+ users target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Premium subscription tier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SDK for dApp 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Token governance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International expansion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Series A fundraise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9F66"/>
                </a:solidFill>
                <a:latin typeface="Calibri Light"/>
              </a:defRPr>
            </a:pPr>
            <a:r>
              <a:t>DEEP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DDDEE"/>
                </a:solidFill>
                <a:latin typeface="Calibri"/>
              </a:defRPr>
            </a:pPr>
            <a:r>
              <a:t>The Decentralized Notification Hub for Solana Mobile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Smart Contract</a:t>
            </a:r>
            <a:br/>
            <a:r>
              <a:t>Instructions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Mobile</a:t>
            </a:r>
            <a:br/>
            <a:r>
              <a:t>Screens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Reward</a:t>
            </a:r>
            <a:br/>
            <a:r>
              <a:t>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Monthly</a:t>
            </a:r>
            <a:br/>
            <a:r>
              <a:t>Server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5029200"/>
            <a:ext cx="758952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5120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DDEE"/>
                </a:solidFill>
                <a:latin typeface="Calibri"/>
              </a:defRPr>
            </a:pPr>
            <a:r>
              <a:t>GitHub:  github.com/DEEPBRANDINGDOOH/DEEP-PULSE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486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onsolas"/>
              </a:defRPr>
            </a:pPr>
            <a:r>
              <a:t>$SKR Token:  SKRbvo6Gf7GondiT3BbTfuRDPqLWei4j2Qy2NPGZhW3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806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onsolas"/>
              </a:defRPr>
            </a:pPr>
            <a:r>
              <a:t>Program:  33vWX6efKQSZ98dk3bnbHUjEYhB7LyvbH4ndpKjC6iY4
Live:  deep-pulse.web.app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