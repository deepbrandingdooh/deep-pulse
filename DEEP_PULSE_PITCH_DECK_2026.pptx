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9F66"/>
                </a:solidFill>
              </a:defRPr>
            </a:pPr>
            <a:r>
              <a:t>SOLANA MOBILE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920240"/>
            <a:ext cx="2743200" cy="381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1945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9F66"/>
                </a:solidFill>
              </a:defRPr>
            </a:pPr>
            <a:r>
              <a:t>DEEP 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AFAFA"/>
                </a:solidFill>
              </a:defRPr>
            </a:pPr>
            <a:r>
              <a:t>The First Native Community Engagement</a:t>
            </a:r>
            <a:br/>
            <a:r>
              <a:t>Platform for Solana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07078"/>
                </a:solidFill>
              </a:defRPr>
            </a:pPr>
            <a:r>
              <a:t>React Native  +  Anchor (Rust)  +  Mobile Wallet Adapter 2.0  +  Firebase  +  Kotlin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9436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78"/>
                </a:solidFill>
              </a:defRPr>
            </a:pPr>
            <a:r>
              <a:t>Program ID: 33vWX6efKQSZ98dk3bnbHUjEYhB7LyvbH4ndpKjC6iY4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9F66"/>
                </a:solidFill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2743200" cy="381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07078"/>
                </a:solidFill>
              </a:defRPr>
            </a:pPr>
            <a:r>
              <a:t>Current Web3 Communication is Broken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3520440" cy="18288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66"/>
                </a:solidFill>
              </a:defRPr>
            </a:pPr>
            <a:r>
              <a:t>Missed Opportunities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Users miss NFT drops, security alerts, DeFi yield changes. No real-time mobile push in Web3.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737360"/>
            <a:ext cx="3520440" cy="18288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66"/>
                </a:solidFill>
              </a:defRPr>
            </a:pPr>
            <a:r>
              <a:t>Fragmented Communication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4231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Projects rely on Twitter, Discord, Telegram. No unified native mobile channel exists.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737360"/>
            <a:ext cx="3520440" cy="18288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66"/>
                </a:solidFill>
              </a:defRPr>
            </a:pPr>
            <a:r>
              <a:t>No Feedback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4231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Users can't give meaningful feedback directly to projects. Communication is one-way.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023360"/>
            <a:ext cx="3520440" cy="18288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66"/>
                </a:solidFill>
              </a:defRPr>
            </a:pPr>
            <a:r>
              <a:t>Zero Monetization for Attention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091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Users give attention but earn nothing. Brands can't buy premium placements natively.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4023360"/>
            <a:ext cx="3520440" cy="18288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66"/>
                </a:solidFill>
              </a:defRPr>
            </a:pPr>
            <a:r>
              <a:t>Talent &amp; Funding Gaps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7091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Hard to discover talent or coordinate community-driven initiatives on-chain.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4023360"/>
            <a:ext cx="3520440" cy="18288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2062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66"/>
                </a:solidFill>
              </a:defRPr>
            </a:pPr>
            <a:r>
              <a:t>THE 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66344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Disengaged communities</a:t>
            </a:r>
            <a:br/>
            <a:r>
              <a:t>Missed opportunities</a:t>
            </a:r>
            <a:br/>
            <a:r>
              <a:t>Wasted potential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9F66"/>
                </a:solidFill>
              </a:defRPr>
            </a:pPr>
            <a:r>
              <a:t>THE SOLUTION  |  7 Core Modules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3657600" cy="381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07078"/>
                </a:solidFill>
              </a:defRPr>
            </a:pPr>
            <a:r>
              <a:t>A comprehensive architecture to maximize Web3 engagement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554480"/>
            <a:ext cx="2743200" cy="21031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9F66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66"/>
                </a:solidFill>
              </a:defRPr>
            </a:pPr>
            <a:r>
              <a:t>ONBOARDING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</a:defRPr>
            </a:pPr>
            <a:r>
              <a:t>Wallet connection via MWA 2.0</a:t>
            </a:r>
            <a:br/>
            <a:r>
              <a:t>Phantom, Backpack support</a:t>
            </a:r>
            <a:br/>
            <a:r>
              <a:t>Guest mode available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554480"/>
            <a:ext cx="2743200" cy="21031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6916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9F66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011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66"/>
                </a:solidFill>
              </a:defRPr>
            </a:pPr>
            <a:r>
              <a:t>DISCOVER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4231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</a:defRPr>
            </a:pPr>
            <a:r>
              <a:t>Browse project hubs</a:t>
            </a:r>
            <a:br/>
            <a:r>
              <a:t>Subscribe for FREE</a:t>
            </a:r>
            <a:br/>
            <a:r>
              <a:t>Top + Bottom ad slots (15s rotation)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2743200" cy="21031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9F66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66"/>
                </a:solidFill>
              </a:defRPr>
            </a:pPr>
            <a:r>
              <a:t>MY HUBS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4231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</a:defRPr>
            </a:pPr>
            <a:r>
              <a:t>Manage subscriptions</a:t>
            </a:r>
            <a:br/>
            <a:r>
              <a:t>Notification feed</a:t>
            </a:r>
            <a:br/>
            <a:r>
              <a:t>Send feedback (300 $SKR)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554480"/>
            <a:ext cx="2743200" cy="21031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6916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9F66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011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66"/>
                </a:solidFill>
              </a:defRPr>
            </a:pPr>
            <a:r>
              <a:t>BRAND BOOST DAO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4231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</a:defRPr>
            </a:pPr>
            <a:r>
              <a:t>Community crowdfunding</a:t>
            </a:r>
            <a:br/>
            <a:r>
              <a:t>Propose missions, vote &amp; fund</a:t>
            </a:r>
            <a:br/>
            <a:r>
              <a:t>Multisig treasury, 5% fee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023360"/>
            <a:ext cx="2743200" cy="21031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160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9F66"/>
                </a:solidFill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805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66"/>
                </a:solidFill>
              </a:defRPr>
            </a:pPr>
            <a:r>
              <a:t>TALENT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</a:defRPr>
            </a:pPr>
            <a:r>
              <a:t>Submit skills (50 $SKR deposit)</a:t>
            </a:r>
            <a:br/>
            <a:r>
              <a:t>Browse marketplace</a:t>
            </a:r>
            <a:br/>
            <a:r>
              <a:t>Direct hiring pipeline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4023360"/>
            <a:ext cx="2743200" cy="21031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160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9F66"/>
                </a:solidFill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44805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66"/>
                </a:solidFill>
              </a:defRPr>
            </a:pPr>
            <a:r>
              <a:t>SWIPE-TO-EARN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489204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</a:defRPr>
            </a:pPr>
            <a:r>
              <a:t>Lock screen overlay</a:t>
            </a:r>
            <a:br/>
            <a:r>
              <a:t>Earn DEEP Score by swiping</a:t>
            </a:r>
            <a:br/>
            <a:r>
              <a:t>Premium full-screen ads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023360"/>
            <a:ext cx="2743200" cy="21031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4160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9F66"/>
                </a:solidFill>
              </a:defRPr>
            </a:pPr>
            <a: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4805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66"/>
                </a:solidFill>
              </a:defRPr>
            </a:pPr>
            <a:r>
              <a:t>PROFILE &amp; LEADERBOARD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89204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</a:defRPr>
            </a:pPr>
            <a:r>
              <a:t>DEEP Score algorithm</a:t>
            </a:r>
            <a:br/>
            <a:r>
              <a:t>Top 100, 5 tiers</a:t>
            </a:r>
            <a:br/>
            <a:r>
              <a:t>Wallet &amp; transaction history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9F66"/>
                </a:solidFill>
              </a:defRPr>
            </a:pPr>
            <a:r>
              <a:t>SWIPE-TO-EARN  |  The Killer Feature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3657600" cy="381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07078"/>
                </a:solidFill>
              </a:defRPr>
            </a:pPr>
            <a:r>
              <a:t>First Web3 Lock Screen Ad Network on Solana Mobile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554480"/>
            <a:ext cx="3566160" cy="42062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F66"/>
                </a:solidFill>
              </a:defRPr>
            </a:pPr>
            <a:r>
              <a:t>FOR 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Earn DEEP Score points by swiping</a:t>
            </a:r>
            <a:br/>
            <a:r>
              <a:t>   through ads on their lock screen</a:t>
            </a:r>
            <a:br/>
            <a:br/>
            <a:r>
              <a:t>•  +0.2 pts skip, +0.5 pts engage</a:t>
            </a:r>
            <a:br/>
            <a:br/>
            <a:r>
              <a:t>•  Daily cap: 3 pts (anti-farming)</a:t>
            </a:r>
            <a:br/>
            <a:br/>
            <a:r>
              <a:t>•  Climb the Top 100 leaderboard</a:t>
            </a:r>
            <a:br/>
            <a:br/>
            <a:r>
              <a:t>•  Streak bonuses up to +40%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554480"/>
            <a:ext cx="3566160" cy="42062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737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F66"/>
                </a:solidFill>
              </a:defRPr>
            </a:pPr>
            <a:r>
              <a:t>FOR BRANDS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2860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Premium full-screen 1080x1920 ads</a:t>
            </a:r>
            <a:br/>
            <a:r>
              <a:t>   displayed on users' lock screens</a:t>
            </a:r>
            <a:br/>
            <a:br/>
            <a:r>
              <a:t>•  Maximum visibility, maximum impact</a:t>
            </a:r>
            <a:br/>
            <a:br/>
            <a:r>
              <a:t>•  2,000 $SKR / week per slot</a:t>
            </a:r>
            <a:br/>
            <a:br/>
            <a:r>
              <a:t>•  4 slots max (dedicated, no rotation)</a:t>
            </a:r>
            <a:br/>
            <a:br/>
            <a:r>
              <a:t>•  Admin moderation before going live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54480"/>
            <a:ext cx="3566160" cy="42062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37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F66"/>
                </a:solidFill>
              </a:defRPr>
            </a:pPr>
            <a:r>
              <a:t>TECHNOLOGY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2860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Native Android Kotlin module:</a:t>
            </a:r>
            <a:br/>
            <a:r>
              <a:t>   LockScreenService (background)</a:t>
            </a:r>
            <a:br/>
            <a:r>
              <a:t>   LockScreenAdActivity (overlay)</a:t>
            </a:r>
            <a:br/>
            <a:br/>
            <a:r>
              <a:t>•  JavaScript bridge to React Native</a:t>
            </a:r>
            <a:br/>
            <a:br/>
            <a:r>
              <a:t>•  Full-screen interactive creatives</a:t>
            </a:r>
            <a:br/>
            <a:r>
              <a:t>   PNG, JPG, HTML5 supported</a:t>
            </a:r>
            <a:br/>
            <a:br/>
            <a:r>
              <a:t>•  5 MB max file size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5943600"/>
            <a:ext cx="9144000" cy="64008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59893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9F66"/>
                </a:solidFill>
              </a:defRPr>
            </a:pPr>
            <a:r>
              <a:t>First-ever Web3 lock screen ad network  |  Passive screen time → Active engagement  |  Win-win for users &amp; brands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9F66"/>
                </a:solidFill>
              </a:defRPr>
            </a:pPr>
            <a:r>
              <a:t>Anti-Farming Scoring v2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3657600" cy="381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5029200" cy="50292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66"/>
                </a:solidFill>
              </a:defRPr>
            </a:pPr>
            <a:r>
              <a:t>Scoring Algorithm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AFAFA"/>
                </a:solidFill>
              </a:defRPr>
            </a:pPr>
            <a:r>
              <a:t>•  DAO Boost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0116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9F66"/>
                </a:solidFill>
              </a:defRPr>
            </a:pPr>
            <a:r>
              <a:t>+50 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AFAFA"/>
                </a:solidFill>
              </a:defRPr>
            </a:pPr>
            <a:r>
              <a:t>•  Talent 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51460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9F66"/>
                </a:solidFill>
              </a:defRPr>
            </a:pPr>
            <a:r>
              <a:t>+25 pts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AFAFA"/>
                </a:solidFill>
              </a:defRPr>
            </a:pPr>
            <a:r>
              <a:t>•  Send Feedback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017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9F66"/>
                </a:solidFill>
              </a:defRPr>
            </a:pPr>
            <a:r>
              <a:t>+15 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20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AFAFA"/>
                </a:solidFill>
              </a:defRPr>
            </a:pPr>
            <a:r>
              <a:t>•  Subscribe to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5204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9F66"/>
                </a:solidFill>
              </a:defRPr>
            </a:pPr>
            <a:r>
              <a:t>+5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AFAFA"/>
                </a:solidFill>
              </a:defRPr>
            </a:pPr>
            <a:r>
              <a:t>•  Read Notification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0233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9F66"/>
                </a:solidFill>
              </a:defRPr>
            </a:pPr>
            <a:r>
              <a:t>+0.5 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262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AFAFA"/>
                </a:solidFill>
              </a:defRPr>
            </a:pPr>
            <a:r>
              <a:t>•  Lockscreen Swipe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5262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9F66"/>
                </a:solidFill>
              </a:defRPr>
            </a:pPr>
            <a:r>
              <a:t>+0.2 / +0.5 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20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78"/>
                </a:solidFill>
              </a:defRPr>
            </a:pPr>
            <a:r>
              <a:t>Time Decay:  Streak: 30d = x1.4  |  Time Decay: &gt;90d = x0.3  |  Daily Caps: 3 pts lockscreen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4406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78"/>
                </a:solidFill>
              </a:defRPr>
            </a:pPr>
            <a:r>
              <a:t>Diversity:  5+ action types = x1.2 multiplier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720" y="1188720"/>
            <a:ext cx="5943600" cy="50292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66"/>
                </a:solidFill>
              </a:defRPr>
            </a:pPr>
            <a:r>
              <a:t>5 Tiers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0116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66"/>
                </a:solidFill>
              </a:defRPr>
            </a:pPr>
            <a:r>
              <a:t>LEGEND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0116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AFAFA"/>
                </a:solidFill>
              </a:defRPr>
            </a:pPr>
            <a:r>
              <a:t>5,000+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78"/>
                </a:solidFill>
              </a:defRPr>
            </a:pPr>
            <a:r>
              <a:t>Top elite. Maximum privileges.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2651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66"/>
                </a:solidFill>
              </a:defRPr>
            </a:pPr>
            <a:r>
              <a:t>DIAMOND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2651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AFAFA"/>
                </a:solidFill>
              </a:defRPr>
            </a:pPr>
            <a:r>
              <a:t>2,500 - 4,999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651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78"/>
                </a:solidFill>
              </a:defRPr>
            </a:pPr>
            <a:r>
              <a:t>High engagement. Premium features.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3291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66"/>
                </a:solidFill>
              </a:defRPr>
            </a:pPr>
            <a:r>
              <a:t>GOLD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3291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AFAFA"/>
                </a:solidFill>
              </a:defRPr>
            </a:pPr>
            <a:r>
              <a:t>1,000 - 2,499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3291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78"/>
                </a:solidFill>
              </a:defRPr>
            </a:pPr>
            <a:r>
              <a:t>Active contributor. Good standing.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39319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66"/>
                </a:solidFill>
              </a:defRPr>
            </a:pPr>
            <a:r>
              <a:t>SILVER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39319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AFAFA"/>
                </a:solidFill>
              </a:defRPr>
            </a:pPr>
            <a:r>
              <a:t>300 - 999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931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78"/>
                </a:solidFill>
              </a:defRPr>
            </a:pPr>
            <a:r>
              <a:t>Regular user. Building reputation.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572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66"/>
                </a:solidFill>
              </a:defRPr>
            </a:pPr>
            <a:r>
              <a:t>BRONZE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4572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AFAFA"/>
                </a:solidFill>
              </a:defRPr>
            </a:pPr>
            <a:r>
              <a:t>0 - 299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78"/>
                </a:solidFill>
              </a:defRPr>
            </a:pPr>
            <a:r>
              <a:t>New user. Just getting started.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53949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F66"/>
                </a:solidFill>
              </a:defRPr>
            </a:pPr>
            <a:r>
              <a:t>Top 100 Leaderboard visible to all — drives competition &amp; retention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9F66"/>
                </a:solidFill>
              </a:defRPr>
            </a:pPr>
            <a:r>
              <a:t>$SKR TOKEN ECONOMICS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3657600" cy="381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78"/>
                </a:solidFill>
              </a:defRPr>
            </a:pPr>
            <a:r>
              <a:t>$SKR  |  Solana SPL Token  |  SKRbvo6Gf7GondiT3BbTfuRDPqLWei4j2Qy2NPGZhW3  |  6 decimals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3566160" cy="19202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087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66"/>
                </a:solidFill>
              </a:defRPr>
            </a:pPr>
            <a:r>
              <a:t>Hub Creation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AFAFA"/>
                </a:solidFill>
              </a:defRPr>
            </a:pPr>
            <a:r>
              <a:t>2,000 $SKR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1920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78"/>
                </a:solidFill>
              </a:defRPr>
            </a:pPr>
            <a:r>
              <a:t>/month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317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</a:defRPr>
            </a:pPr>
            <a:r>
              <a:t>Unlimited push notifications</a:t>
            </a:r>
            <a:br/>
            <a:r>
              <a:t>Analytics dashboard</a:t>
            </a:r>
            <a:br/>
            <a:r>
              <a:t>Verified badge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371600"/>
            <a:ext cx="3566160" cy="19202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5087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66"/>
                </a:solidFill>
              </a:defRPr>
            </a:pPr>
            <a:r>
              <a:t>Top Ad Slot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828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AFAFA"/>
                </a:solidFill>
              </a:defRPr>
            </a:pPr>
            <a:r>
              <a:t>1,500 $SKR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20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78"/>
                </a:solidFill>
              </a:defRPr>
            </a:pPr>
            <a:r>
              <a:t>/week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317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</a:defRPr>
            </a:pPr>
            <a:r>
              <a:t>Above feed, 8 brands max</a:t>
            </a:r>
            <a:br/>
            <a:r>
              <a:t>15s rotation, 390x120 px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371600"/>
            <a:ext cx="3566160" cy="19202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5087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66"/>
                </a:solidFill>
              </a:defRPr>
            </a:pPr>
            <a:r>
              <a:t>Bottom Ad Slot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828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AFAFA"/>
                </a:solidFill>
              </a:defRPr>
            </a:pPr>
            <a:r>
              <a:t>800 $SKR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1920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78"/>
                </a:solidFill>
              </a:defRPr>
            </a:pPr>
            <a:r>
              <a:t>/week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3317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</a:defRPr>
            </a:pPr>
            <a:r>
              <a:t>Below content, 8 brands max</a:t>
            </a:r>
            <a:br/>
            <a:r>
              <a:t>15s rotation, 390x100 px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566160"/>
            <a:ext cx="3566160" cy="19202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7033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66"/>
                </a:solidFill>
              </a:defRPr>
            </a:pPr>
            <a:r>
              <a:t>Lockscreen 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023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AFAFA"/>
                </a:solidFill>
              </a:defRPr>
            </a:pPr>
            <a:r>
              <a:t>2,000 $SKR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4114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78"/>
                </a:solidFill>
              </a:defRPr>
            </a:pPr>
            <a:r>
              <a:t>/week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5262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</a:defRPr>
            </a:pPr>
            <a:r>
              <a:t>Full-screen lock screen overlay</a:t>
            </a:r>
            <a:br/>
            <a:r>
              <a:t>4 slots, dedicated, 1080x1920 px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3566160"/>
            <a:ext cx="3566160" cy="19202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7033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66"/>
                </a:solidFill>
              </a:defRPr>
            </a:pPr>
            <a:r>
              <a:t>User Feedback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AFAFA"/>
                </a:solidFill>
              </a:defRPr>
            </a:pPr>
            <a:r>
              <a:t>300 $SKR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114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78"/>
                </a:solidFill>
              </a:defRPr>
            </a:pPr>
            <a:r>
              <a:t>/feedback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5262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</a:defRPr>
            </a:pPr>
            <a:r>
              <a:t>Refundable if constructive</a:t>
            </a:r>
            <a:br/>
            <a:r>
              <a:t>Direct brand communication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3566160"/>
            <a:ext cx="3566160" cy="19202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5320" y="37033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66"/>
                </a:solidFill>
              </a:defRPr>
            </a:pPr>
            <a:r>
              <a:t>Talent Submission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023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AFAFA"/>
                </a:solidFill>
              </a:defRPr>
            </a:pPr>
            <a:r>
              <a:t>50 $SKR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0" y="4114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78"/>
                </a:solidFill>
              </a:defRPr>
            </a:pPr>
            <a:r>
              <a:t>/submission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5262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</a:defRPr>
            </a:pPr>
            <a:r>
              <a:t>Refundable if hired</a:t>
            </a:r>
            <a:br/>
            <a:r>
              <a:t>Anonymous profile option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5669280"/>
            <a:ext cx="11430000" cy="9144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760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</a:defRPr>
            </a:pPr>
            <a:r>
              <a:t>Projected Monthly Volume (50 active hubs)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1264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AFAFA"/>
                </a:solidFill>
              </a:defRPr>
            </a:pPr>
            <a:r>
              <a:t>Hubs 100K  +  Top Ads 120K  +  Bottom Ads 48K  +  Lockscreen 32K  +  Feedback 60K  +  Talent 5K  =  365,000+ $SKR/month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9F66"/>
                </a:solidFill>
              </a:defRPr>
            </a:pPr>
            <a:r>
              <a:t>TECHNICAL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3657600" cy="381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07078"/>
                </a:solidFill>
              </a:defRPr>
            </a:pPr>
            <a:r>
              <a:t>Production-ready  |  Fully functional  |  Deployed on Solana Devnet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2651760" cy="25603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9F66"/>
                </a:solidFill>
              </a:defRPr>
            </a:pPr>
            <a: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AFAFA"/>
                </a:solidFill>
              </a:defRPr>
            </a:pPr>
            <a:r>
              <a:t>React Native + NativeWind</a:t>
            </a:r>
            <a:br/>
            <a:r>
              <a:t>Zustand State Management</a:t>
            </a:r>
            <a:br/>
            <a:r>
              <a:t>20+ Screens</a:t>
            </a:r>
            <a:br/>
            <a:r>
              <a:t>Dark Theme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371600"/>
            <a:ext cx="2651760" cy="25603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5544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9F66"/>
                </a:solidFill>
              </a:defRPr>
            </a:pPr>
            <a:r>
              <a:t>BLOCKCHAIN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01168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AFAFA"/>
                </a:solidFill>
              </a:defRPr>
            </a:pPr>
            <a:r>
              <a:t>Anchor 0.30.1 (Rust)</a:t>
            </a:r>
            <a:br/>
            <a:r>
              <a:t>7 Instructions</a:t>
            </a:r>
            <a:br/>
            <a:r>
              <a:t>6/6 Tests Passing</a:t>
            </a:r>
            <a:br/>
            <a:r>
              <a:t>IDL spec 0.1.0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51760" cy="25603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544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9F66"/>
                </a:solidFill>
              </a:defRPr>
            </a:pPr>
            <a:r>
              <a:t>WALLET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01168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AFAFA"/>
                </a:solidFill>
              </a:defRPr>
            </a:pPr>
            <a:r>
              <a:t>Mobile Wallet Adapter 2.0</a:t>
            </a:r>
            <a:br/>
            <a:r>
              <a:t>authorize, sign_tx</a:t>
            </a:r>
            <a:br/>
            <a:r>
              <a:t>sign_messages</a:t>
            </a:r>
            <a:br/>
            <a:r>
              <a:t>Phantom &amp; Backpack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371600"/>
            <a:ext cx="2651760" cy="25603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15544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9F66"/>
                </a:solidFill>
              </a:defRPr>
            </a:pPr>
            <a:r>
              <a:t>NATIVE ANDROID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201168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AFAFA"/>
                </a:solidFill>
              </a:defRPr>
            </a:pPr>
            <a:r>
              <a:t>Kotlin Lock Screen</a:t>
            </a:r>
            <a:br/>
            <a:r>
              <a:t>LockScreenService</a:t>
            </a:r>
            <a:br/>
            <a:r>
              <a:t>LockScreenAdActivity</a:t>
            </a:r>
            <a:br/>
            <a:r>
              <a:t>JS Bridge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4206240"/>
            <a:ext cx="2651760" cy="22860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3891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9F66"/>
                </a:solidFill>
              </a:defRPr>
            </a:pPr>
            <a:r>
              <a:t>NOTIFICATIONS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80060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AFAFA"/>
                </a:solidFill>
              </a:defRPr>
            </a:pPr>
            <a:r>
              <a:t>Firebase Cloud Messaging</a:t>
            </a:r>
            <a:br/>
            <a:r>
              <a:t>Real-time push</a:t>
            </a:r>
            <a:br/>
            <a:r>
              <a:t>Background + Foreground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4206240"/>
            <a:ext cx="2651760" cy="22860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43891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9F66"/>
                </a:solidFill>
              </a:defRPr>
            </a:pPr>
            <a:r>
              <a:t>AD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480060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AFAFA"/>
                </a:solidFill>
              </a:defRPr>
            </a:pPr>
            <a:r>
              <a:t>15s rotation system</a:t>
            </a:r>
            <a:br/>
            <a:r>
              <a:t>Impression &amp; click tracking</a:t>
            </a:r>
            <a:br/>
            <a:r>
              <a:t>3 slots: Top, Bottom, Lock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206240"/>
            <a:ext cx="2651760" cy="22860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43891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9F66"/>
                </a:solidFill>
              </a:defRPr>
            </a:pPr>
            <a:r>
              <a:t>ADMIN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80060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AFAFA"/>
                </a:solidFill>
              </a:defRPr>
            </a:pPr>
            <a:r>
              <a:t>Pricing control (8 prices)</a:t>
            </a:r>
            <a:br/>
            <a:r>
              <a:t>Ad moderation queue</a:t>
            </a:r>
            <a:br/>
            <a:r>
              <a:t>Analytics (7d/30d/90d)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4206240"/>
            <a:ext cx="2651760" cy="22860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81160" y="43891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9F66"/>
                </a:solidFill>
              </a:defRPr>
            </a:pPr>
            <a:r>
              <a:t>SMART CONTRACT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480060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AFAFA"/>
                </a:solidFill>
              </a:defRPr>
            </a:pPr>
            <a:r>
              <a:t>Program ID: 33vWX6e...</a:t>
            </a:r>
            <a:br/>
            <a:r>
              <a:t>6/6 on-chain tests</a:t>
            </a:r>
            <a:br/>
            <a:r>
              <a:t>Custom pricing on init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9F66"/>
                </a:solidFill>
              </a:defRPr>
            </a:pPr>
            <a: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81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3611880" cy="53035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9F66"/>
                </a:solidFill>
              </a:defRPr>
            </a:pPr>
            <a:r>
              <a:t>END USERS (FREE)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Connect wallet or guest mode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Discover &amp; subscribe to hubs (free)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Receive real-time push notifications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Send feedback (300 $SKR, refundable)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Earn DEEP Score from every 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Swipe-to-Earn on lock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83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Climb Top 100 leaderboard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Showcase talent (50 $SKR)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188720"/>
            <a:ext cx="3611880" cy="53035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9F66"/>
                </a:solidFill>
              </a:defRPr>
            </a:pPr>
            <a:r>
              <a:t>BRANDS &amp; PROJECTS (PAID)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Create hub (2,000 $SKR/month)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Send unlimited push notifications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971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Purchase ad slots (800-2,000 $SKR/wk)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Buy lockscreen ads (2,000 $SKR/wk)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97763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Receive community feedback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480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Discover &amp; hire talent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983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Launch Brand Boost DAO campaigns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4864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Access analytics dashboard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1188720"/>
            <a:ext cx="3611880" cy="53035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0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9F66"/>
                </a:solidFill>
              </a:defRPr>
            </a:pPr>
            <a:r>
              <a:t>THE ECOSYSTEM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Organic $SKR circulation &amp; utility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2468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Stronger brand-community bonds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2971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On-chain transparency for all 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Gamification = long-term retention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97763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Lock screen ads = passive revenue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480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DAO governance for 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983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365K+ $SKR monthly volume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54864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Sustainable token economics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9F66"/>
                </a:solidFill>
              </a:defRPr>
            </a:pPr>
            <a:r>
              <a:t>MARKET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3657600" cy="381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2651760" cy="16459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9F66"/>
                </a:solidFill>
              </a:defRPr>
            </a:pPr>
            <a:r>
              <a:t>140K+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AFAFA"/>
                </a:solidFill>
              </a:defRPr>
            </a:pPr>
            <a:r>
              <a:t>Seeker Pre-orders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48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07078"/>
                </a:solidFill>
              </a:defRPr>
            </a:pPr>
            <a:r>
              <a:t>Chapter 2 imminent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188720"/>
            <a:ext cx="2651760" cy="16459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2801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9F66"/>
                </a:solidFill>
              </a:defRPr>
            </a:pPr>
            <a:r>
              <a:t>500K+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8288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AFAFA"/>
                </a:solidFill>
              </a:defRPr>
            </a:pPr>
            <a:r>
              <a:t>Mobile Users 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148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07078"/>
                </a:solidFill>
              </a:defRPr>
            </a:pPr>
            <a:r>
              <a:t>Solana 2-year projection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188720"/>
            <a:ext cx="2651760" cy="16459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2801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9F66"/>
                </a:solidFill>
              </a:defRPr>
            </a:pPr>
            <a:r>
              <a:t>300+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8288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AFAFA"/>
                </a:solidFill>
              </a:defRPr>
            </a:pPr>
            <a:r>
              <a:t>Solana Protocols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148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07078"/>
                </a:solidFill>
              </a:defRPr>
            </a:pPr>
            <a:r>
              <a:t>Need direct mobile comms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188720"/>
            <a:ext cx="2651760" cy="16459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12801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9F66"/>
                </a:solidFill>
              </a:defRPr>
            </a:pPr>
            <a:r>
              <a:t>1000+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18288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AFAFA"/>
                </a:solidFill>
              </a:defRPr>
            </a:pPr>
            <a:r>
              <a:t>NFT/Crypto Projects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2148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07078"/>
                </a:solidFill>
              </a:defRPr>
            </a:pPr>
            <a:r>
              <a:t>Seeking user engagement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108960"/>
            <a:ext cx="11430000" cy="64008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154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9F66"/>
                </a:solidFill>
              </a:defRPr>
            </a:pPr>
            <a:r>
              <a:t>DEEP Pulse is the FIRST native notification hub on Solana Mobile  —  No direct competitor exists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023360"/>
            <a:ext cx="5486400" cy="25603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206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F66"/>
                </a:solidFill>
              </a:defRPr>
            </a:pPr>
            <a:r>
              <a:t>Year 1 Revenue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6634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50 Hub Subscriptions:      100K $SKR/month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83479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Ad Slots (Top + Bottom):  168K $SKR/month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035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Lockscreen Ads:                32K $SKR/month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623559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Brand Boost Fees (5%):     variable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0350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</a:defRPr>
            </a:pPr>
            <a:r>
              <a:t>PROJECTED YEAR 1:  4.4M+ $SKR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023360"/>
            <a:ext cx="5577840" cy="25603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206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F66"/>
                </a:solidFill>
              </a:defRPr>
            </a:pPr>
            <a:r>
              <a:t>Target Segments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6634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Solana Seeker Owners — Early adopters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983479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NFT Collectors — Drop alerts, mint notifications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3035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DeFi Traders — Yield alerts, protocol updates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623559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DAO Members — Governance notifications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5943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•  Content Creators — Talent showcase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9F66"/>
                </a:solidFill>
              </a:defRPr>
            </a:pPr>
            <a:r>
              <a:t>WHY DEEP PULSE WINS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3657600" cy="381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AFAFA"/>
                </a:solidFill>
              </a:defRPr>
            </a:pPr>
            <a:r>
              <a:t>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2801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9F66"/>
                </a:solidFill>
              </a:defRPr>
            </a:pPr>
            <a:r>
              <a:t>DEEP Pulse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2801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AFAFA"/>
                </a:solidFill>
              </a:defRPr>
            </a:pPr>
            <a:r>
              <a:t>Discord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28016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AFAFA"/>
                </a:solidFill>
              </a:defRPr>
            </a:pPr>
            <a:r>
              <a:t>Twitter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280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AFAFA"/>
                </a:solidFill>
              </a:defRPr>
            </a:pPr>
            <a:r>
              <a:t>Telegram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37360"/>
            <a:ext cx="11247120" cy="411480"/>
          </a:xfrm>
          <a:prstGeom prst="rect">
            <a:avLst/>
          </a:prstGeom>
          <a:solidFill>
            <a:srgbClr val="161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83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Native mobile push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7830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CAF50"/>
                </a:solidFill>
              </a:defRPr>
            </a:pPr>
            <a:r>
              <a:t>YES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7830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17830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783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07078"/>
                </a:solidFill>
              </a:defRPr>
            </a:pPr>
            <a:r>
              <a:t>Web2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194560"/>
            <a:ext cx="11247120" cy="411480"/>
          </a:xfrm>
          <a:prstGeom prst="rect">
            <a:avLst/>
          </a:prstGeom>
          <a:solidFill>
            <a:srgbClr val="1E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240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On-chain payments ($SKR)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2402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CAF50"/>
                </a:solidFill>
              </a:defRPr>
            </a:pPr>
            <a:r>
              <a:t>YES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2402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2402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2402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51760"/>
            <a:ext cx="11247120" cy="411480"/>
          </a:xfrm>
          <a:prstGeom prst="rect">
            <a:avLst/>
          </a:prstGeom>
          <a:solidFill>
            <a:srgbClr val="161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6974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Lock screen ads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6974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CAF50"/>
                </a:solidFill>
              </a:defRPr>
            </a:pPr>
            <a:r>
              <a:t>YES (first!)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26974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697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697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108960"/>
            <a:ext cx="11247120" cy="411480"/>
          </a:xfrm>
          <a:prstGeom prst="rect">
            <a:avLst/>
          </a:prstGeom>
          <a:solidFill>
            <a:srgbClr val="1E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1546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Swipe-to-Earn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31546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CAF50"/>
                </a:solidFill>
              </a:defRPr>
            </a:pPr>
            <a:r>
              <a:t>YES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31546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31546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3154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566160"/>
            <a:ext cx="11247120" cy="411480"/>
          </a:xfrm>
          <a:prstGeom prst="rect">
            <a:avLst/>
          </a:prstGeom>
          <a:solidFill>
            <a:srgbClr val="161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36118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Direct feedback to brands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36118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CAF50"/>
                </a:solidFill>
              </a:defRPr>
            </a:pPr>
            <a:r>
              <a:t>YES (300 $SKR)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36118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36118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0" y="3611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023360"/>
            <a:ext cx="11247120" cy="411480"/>
          </a:xfrm>
          <a:prstGeom prst="rect">
            <a:avLst/>
          </a:prstGeom>
          <a:solidFill>
            <a:srgbClr val="1E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069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Talent marketplace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40480" y="40690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CAF50"/>
                </a:solidFill>
              </a:defRPr>
            </a:pPr>
            <a:r>
              <a:t>YES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40690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40690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0" y="4069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480560"/>
            <a:ext cx="11247120" cy="411480"/>
          </a:xfrm>
          <a:prstGeom prst="rect">
            <a:avLst/>
          </a:prstGeom>
          <a:solidFill>
            <a:srgbClr val="161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45262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DAO crowdfunding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40480" y="45262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CAF50"/>
                </a:solidFill>
              </a:defRPr>
            </a:pPr>
            <a:r>
              <a:t>YES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45262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0" y="45262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0" y="45262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4937760"/>
            <a:ext cx="11247120" cy="411480"/>
          </a:xfrm>
          <a:prstGeom prst="rect">
            <a:avLst/>
          </a:prstGeom>
          <a:solidFill>
            <a:srgbClr val="1E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49834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Gamified scoring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49834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CAF50"/>
                </a:solidFill>
              </a:defRPr>
            </a:pPr>
            <a:r>
              <a:t>DEEP Score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0" y="49834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07078"/>
                </a:solidFill>
              </a:defRPr>
            </a:pPr>
            <a:r>
              <a:t>Nitro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89520" y="49834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26880" y="4983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44336"/>
                </a:solidFill>
              </a:defRPr>
            </a:pPr>
            <a:r>
              <a:t>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5394960"/>
            <a:ext cx="11247120" cy="411480"/>
          </a:xfrm>
          <a:prstGeom prst="rect">
            <a:avLst/>
          </a:prstGeom>
          <a:solidFill>
            <a:srgbClr val="161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54406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Admin dashboard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40480" y="54406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CAF50"/>
                </a:solidFill>
              </a:defRPr>
            </a:pPr>
            <a:r>
              <a:t>Full suite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54406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07078"/>
                </a:solidFill>
              </a:defRPr>
            </a:pPr>
            <a:r>
              <a:t>Basic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89520" y="54406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07078"/>
                </a:solidFill>
              </a:defRPr>
            </a:pPr>
            <a:r>
              <a:t>Analytics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0" y="5440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07078"/>
                </a:solidFill>
              </a:defRPr>
            </a:pPr>
            <a:r>
              <a:t>Basic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6217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9F66"/>
                </a:solidFill>
              </a:defRPr>
            </a:pPr>
            <a:r>
              <a:t>DEEP Pulse is not competing with social media — it's creating a new category: Web3 native mobile engagement.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9F66"/>
                </a:solidFill>
              </a:defRPr>
            </a:pPr>
            <a: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81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188720"/>
            <a:ext cx="2194560" cy="50292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9F66"/>
                </a:solidFill>
              </a:defRPr>
            </a:pPr>
            <a:r>
              <a:t>Q1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AFAFA"/>
                </a:solidFill>
              </a:defRPr>
            </a:pPr>
            <a:r>
              <a:t>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Hackathon submission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3288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Smart contract devnet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91693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Full React Native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30098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MWA 2.0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68503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Lock Screen module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0690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6/6 tests passing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F66"/>
                </a:solidFill>
              </a:defRPr>
            </a:pPr>
            <a:r>
              <a:t>▶  WE ARE HERE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1760" y="1188720"/>
            <a:ext cx="2194560" cy="50292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1325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9F66"/>
                </a:solidFill>
              </a:defRPr>
            </a:pPr>
            <a:r>
              <a:t>Q2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16916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AFAFA"/>
                </a:solidFill>
              </a:defRPr>
            </a:pPr>
            <a:r>
              <a:t>LAUNCH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dApp Store deployment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53288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10 launch partner hubs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291693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1,000 beta users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330098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Ad marketplace live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68503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Lockscreen ads live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1188720"/>
            <a:ext cx="2194560" cy="50292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1325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9F66"/>
                </a:solidFill>
              </a:defRPr>
            </a:pPr>
            <a:r>
              <a:t>Q3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16916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AFAFA"/>
                </a:solidFill>
              </a:defRPr>
            </a:pPr>
            <a:r>
              <a:t>GROWTH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50+ brand hubs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253288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10,000+ active users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6360" y="291693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Premium lockscreen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60" y="330098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Referral 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60" y="368503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Marketing push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06640" y="1188720"/>
            <a:ext cx="2194560" cy="50292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0" y="1325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9F66"/>
                </a:solidFill>
              </a:defRPr>
            </a:pPr>
            <a:r>
              <a:t>Q4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0" y="16916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AFAFA"/>
                </a:solidFill>
              </a:defRPr>
            </a:pPr>
            <a:r>
              <a:t>SCALE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100+ brand hubs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43800" y="253288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25,000+ users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291693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Break-even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43800" y="330098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DAO governance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43800" y="368503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Polls &amp; Events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84080" y="1188720"/>
            <a:ext cx="2194560" cy="50292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0" y="1325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9F66"/>
                </a:solidFill>
              </a:defRPr>
            </a:pPr>
            <a:r>
              <a:t>2027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20" y="16916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AFAFA"/>
                </a:solidFill>
              </a:defRPr>
            </a:pPr>
            <a:r>
              <a:t>EXPANSION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2124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250+ brand hubs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21240" y="253288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100,000+ users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291693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Web dashboard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21240" y="330098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Developer API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21240" y="368503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AFAFA"/>
                </a:solidFill>
              </a:defRPr>
            </a:pPr>
            <a:r>
              <a:t>•  Multi-chain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9F66"/>
                </a:solidFill>
              </a:defRPr>
            </a:pPr>
            <a:r>
              <a:t>ADMIN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3657600" cy="381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07078"/>
                </a:solidFill>
              </a:defRPr>
            </a:pPr>
            <a:r>
              <a:t>Complete Platform Management  |  Built for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3566160" cy="21945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66"/>
                </a:solidFill>
              </a:defRPr>
            </a:pPr>
            <a:r>
              <a:t>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6596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3 periods (7d / 30d / 90d)</a:t>
            </a:r>
            <a:br/>
            <a:r>
              <a:t>3 tabs: Global, Users, Brands</a:t>
            </a:r>
            <a:br/>
            <a:r>
              <a:t>Total users, revenue, growth</a:t>
            </a:r>
            <a:br/>
            <a:r>
              <a:t>Ads sold, feedback count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371600"/>
            <a:ext cx="3566160" cy="21945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5544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66"/>
                </a:solidFill>
              </a:defRPr>
            </a:pPr>
            <a:r>
              <a:t>Ad Moderation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96596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Review queue: Top, Bottom, Lockscreen</a:t>
            </a:r>
            <a:br/>
            <a:r>
              <a:t>Approve / Reject (+refund)</a:t>
            </a:r>
            <a:br/>
            <a:r>
              <a:t>Flag as Spam (retain funds)</a:t>
            </a:r>
            <a:br/>
            <a:r>
              <a:t>Image &amp; URL verification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566160" cy="21945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5544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66"/>
                </a:solidFill>
              </a:defRPr>
            </a:pPr>
            <a:r>
              <a:t>Pricing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96596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Live editing of all 8 price points</a:t>
            </a:r>
            <a:br/>
            <a:r>
              <a:t>Instant update across platform</a:t>
            </a:r>
            <a:br/>
            <a:r>
              <a:t>Hub, Ad, Feedback, Talent pricing</a:t>
            </a:r>
            <a:br/>
            <a:r>
              <a:t>Lockscreen Ad pricing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840480"/>
            <a:ext cx="3566160" cy="21945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023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66"/>
                </a:solidFill>
              </a:defRPr>
            </a:pPr>
            <a:r>
              <a:t>Hub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43484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Approve / Suspend hubs</a:t>
            </a:r>
            <a:br/>
            <a:r>
              <a:t>Monitor pending requests</a:t>
            </a:r>
            <a:br/>
            <a:r>
              <a:t>View hub analytics</a:t>
            </a:r>
            <a:br/>
            <a:r>
              <a:t>Creator wallet verification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3840480"/>
            <a:ext cx="3566160" cy="21945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4023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66"/>
                </a:solidFill>
              </a:defRPr>
            </a:pPr>
            <a:r>
              <a:t>Custom Brand Deals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43484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Special pricing for partners</a:t>
            </a:r>
            <a:br/>
            <a:r>
              <a:t>Discount %, duration, notes</a:t>
            </a:r>
            <a:br/>
            <a:r>
              <a:t>Active deal tracking</a:t>
            </a:r>
            <a:br/>
            <a:r>
              <a:t>Revoke capability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840480"/>
            <a:ext cx="3566160" cy="21945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4023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66"/>
                </a:solidFill>
              </a:defRPr>
            </a:pPr>
            <a:r>
              <a:t>Global Notifications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43484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Broadcast to ALL users</a:t>
            </a:r>
            <a:br/>
            <a:r>
              <a:t>Cost: 1,000 $SKR per blast</a:t>
            </a:r>
            <a:br/>
            <a:r>
              <a:t>Title + message composer</a:t>
            </a:r>
            <a:br/>
            <a:r>
              <a:t>Admin-to-brand messaging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9F66"/>
                </a:solidFill>
              </a:defRPr>
            </a:pPr>
            <a:r>
              <a:t>THE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81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371600"/>
            <a:ext cx="8503920" cy="475488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16459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AFAFA"/>
                </a:solidFill>
              </a:defRPr>
            </a:pPr>
            <a:r>
              <a:t>Solo Developer &amp; Founder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19456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F66"/>
                </a:solidFill>
              </a:defRPr>
            </a:pPr>
            <a:r>
              <a:t>DEEP Branding Agency  |  Digital Advertising &amp; Branding Expert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834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66"/>
                </a:solidFill>
              </a:defRPr>
            </a:pPr>
            <a:r>
              <a:t>Background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8346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Digital Out-of-Home (DOOH), programmatic advertising, retail analytics, brand 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3375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66"/>
                </a:solidFill>
              </a:defRPr>
            </a:pPr>
            <a: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3375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React Native, NativeWind (Tailwind CSS), Zustand, 20+ production screens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840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66"/>
                </a:solidFill>
              </a:defRPr>
            </a:pPr>
            <a:r>
              <a:t>Blockchain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8404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Rust / Anchor smart contracts, Solana Mobile Stack, MWA 2.0 integration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343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66"/>
                </a:solidFill>
              </a:defRPr>
            </a:pPr>
            <a:r>
              <a:t>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3434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Firebase Cloud Messaging, Node.js, TypeScript test suites (Mocha/Chai)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846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66"/>
                </a:solidFill>
              </a:defRPr>
            </a:pPr>
            <a:r>
              <a:t>Native Android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48463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Kotlin modules (LockScreenService, LockScreenAdActivity), JS bridge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5349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9F66"/>
                </a:solidFill>
              </a:defRPr>
            </a:pPr>
            <a:r>
              <a:t>Vision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53492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AFAFA"/>
                </a:solidFill>
              </a:defRPr>
            </a:pPr>
            <a:r>
              <a:t>Bringing real-world ad tech expertise to Web3. First-mover in Solana Mobile engagement.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914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9F66"/>
                </a:solidFill>
              </a:defRPr>
            </a:pPr>
            <a:r>
              <a:t>SOLANA MOBILE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371600"/>
            <a:ext cx="2743200" cy="38100"/>
          </a:xfrm>
          <a:prstGeom prst="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AFAFA"/>
                </a:solidFill>
              </a:defRPr>
            </a:pPr>
            <a:r>
              <a:t>JOIN THE MOBILE</a:t>
            </a:r>
            <a:br/>
            <a:r>
              <a:t>REVOLUTION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07078"/>
                </a:solidFill>
              </a:defRPr>
            </a:pPr>
            <a:r>
              <a:t>Building the future of Web3 communication on Solana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840480"/>
            <a:ext cx="2286000" cy="5029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9F66"/>
                </a:solidFill>
              </a:defRPr>
            </a:pPr>
            <a:r>
              <a:t>contact@deeppulse.app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3840480"/>
            <a:ext cx="2286000" cy="5029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9F66"/>
                </a:solidFill>
              </a:defRPr>
            </a:pPr>
            <a:r>
              <a:t>@DeepPulseSol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840480"/>
            <a:ext cx="2286000" cy="5029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9F66"/>
                </a:solidFill>
              </a:defRPr>
            </a:pPr>
            <a:r>
              <a:t>dsc.gg/deeppulse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59" y="3840480"/>
            <a:ext cx="2286000" cy="5029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3999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9F66"/>
                </a:solidFill>
              </a:defRPr>
            </a:pPr>
            <a:r>
              <a:t>deeppulse.app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4846320"/>
            <a:ext cx="3200400" cy="731520"/>
          </a:xfrm>
          <a:prstGeom prst="roundRect">
            <a:avLst/>
          </a:prstGeom>
          <a:solidFill>
            <a:srgbClr val="FF9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C0C0E"/>
                </a:solidFill>
              </a:defRPr>
            </a:pPr>
            <a:r>
              <a:t>TRY THE APP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846320"/>
            <a:ext cx="3200400" cy="7315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2A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AFAFA"/>
                </a:solidFill>
              </a:defRPr>
            </a:pPr>
            <a:r>
              <a:t>VIEW SOURCE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8521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78"/>
                </a:solidFill>
              </a:defRPr>
            </a:pPr>
            <a:r>
              <a:t>Program: 33vWX6efKQSZ98dk3bnbHUjEYhB7LyvbH4ndpKjC6iY4  |  Token: SKRbvo6Gf7GondiT3BbTfuRDPqLWei4j2Qy2NPGZhW3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2179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9F66"/>
                </a:solidFill>
              </a:defRPr>
            </a:pPr>
            <a:r>
              <a:t>Interested in becoming a Launch Partner?  LET'S TALK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